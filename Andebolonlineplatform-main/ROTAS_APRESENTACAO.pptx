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🎯 Rotas no NexusHand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4B5563"/>
                </a:solidFill>
              </a:defRPr>
            </a:pPr>
            <a:r>
              <a:t>Como funciona a navegação na aplicação React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📱 NexusHand é uma plataforma para atletas e treinadores de andebol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🎬 Partilha de jogadas, dicas técnicas e estatísticas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🔐 Sistema de autenticação com 3 páginas principais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⚡ Usa Estado &amp; Contexto (sem React Router)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As 3 Rotas Principais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560320" cy="5029200"/>
          </a:xfrm>
          <a:prstGeom prst="rect">
            <a:avLst/>
          </a:prstGeom>
          <a:solidFill>
            <a:srgbClr val="F3F4F6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📄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B5563"/>
                </a:solidFill>
              </a:defRPr>
            </a:pPr>
            <a:r>
              <a:t>Página Inicial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111827"/>
                </a:solidFill>
              </a:defRPr>
            </a:pPr>
            <a:r>
              <a:t>• Landing page</a:t>
            </a:r>
            <a:br/>
            <a:r>
              <a:t>• Botão 'Entrar'</a:t>
            </a:r>
            <a:br/>
            <a:r>
              <a:t>• Sem autenticação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560320" cy="5029200"/>
          </a:xfrm>
          <a:prstGeom prst="rect">
            <a:avLst/>
          </a:prstGeom>
          <a:solidFill>
            <a:srgbClr val="F3F4F6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28016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🔐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B5563"/>
                </a:solidFill>
              </a:defRPr>
            </a:pPr>
            <a:r>
              <a:t>Autenticação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65176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111827"/>
                </a:solidFill>
              </a:defRPr>
            </a:pPr>
            <a:r>
              <a:t>• Formulário</a:t>
            </a:r>
            <a:br/>
            <a:r>
              <a:t>• Login/Registo</a:t>
            </a:r>
            <a:br/>
            <a:r>
              <a:t>• Sem autenticação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097280"/>
            <a:ext cx="2560320" cy="5029200"/>
          </a:xfrm>
          <a:prstGeom prst="rect">
            <a:avLst/>
          </a:prstGeom>
          <a:solidFill>
            <a:srgbClr val="F3F4F6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280160"/>
            <a:ext cx="2377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📊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116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B5563"/>
                </a:solidFill>
              </a:defRPr>
            </a:pPr>
            <a:r>
              <a:t>Painel Principal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65176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111827"/>
                </a:solidFill>
              </a:defRPr>
            </a:pPr>
            <a:r>
              <a:t>• Jogadas</a:t>
            </a:r>
            <a:br/>
            <a:r>
              <a:t>• Dicas</a:t>
            </a:r>
            <a:br/>
            <a:r>
              <a:t>• Estatísticas</a:t>
            </a:r>
            <a:br/>
            <a:r>
              <a:t>• Protegida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Fluxo de Navegação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1️⃣ Aplicação inicia → Home (user = null)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2️⃣ Utilizador clica 'Entrar' → Login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3️⃣ Faz login com sucesso → user é preenchido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4️⃣ Automaticamente vai para → Dashboard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5️⃣ Clica 'Sair' → Logout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6️⃣ user é zerado → Volta para Home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Como Funciona?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 bIns="91440" tIns="91440" lIns="182880" rIns="182880">
            <a:spAutoFit/>
          </a:bodyPr>
          <a:lstStyle/>
          <a:p>
            <a:pPr>
              <a:defRPr sz="1100">
                <a:solidFill>
                  <a:srgbClr val="111827"/>
                </a:solidFill>
                <a:latin typeface="Courier New"/>
              </a:defRPr>
            </a:pPr>
            <a:r>
              <a:t>const [currentPage, setCurrentPage] = useState('home');</a:t>
            </a:r>
            <a:br/>
            <a:r>
              <a:t>const { user } = useApp();</a:t>
            </a:r>
            <a:br/>
            <a:br/>
            <a:r>
              <a:t>return (</a:t>
            </a:r>
            <a:br/>
            <a:r>
              <a:t>  &lt;&gt;</a:t>
            </a:r>
            <a:br/>
            <a:r>
              <a:t>    {currentPage === 'home' &amp;&amp; !user &amp;&amp; </a:t>
            </a:r>
            <a:br/>
            <a:r>
              <a:t>      &lt;Home onNavigateToLogin={() =&gt; setCurrentPage('login')} /&gt;</a:t>
            </a:r>
            <a:br/>
            <a:r>
              <a:t>    }</a:t>
            </a:r>
            <a:br/>
            <a:r>
              <a:t>    </a:t>
            </a:r>
            <a:br/>
            <a:r>
              <a:t>    {currentPage === 'login' &amp;&amp; !user &amp;&amp; </a:t>
            </a:r>
            <a:br/>
            <a:r>
              <a:t>      &lt;Login onBack={() =&gt; setCurrentPage('home')} /&gt;</a:t>
            </a:r>
            <a:br/>
            <a:r>
              <a:t>    }</a:t>
            </a:r>
            <a:br/>
            <a:r>
              <a:t>    </a:t>
            </a:r>
            <a:br/>
            <a:r>
              <a:t>    {user &amp;&amp; </a:t>
            </a:r>
            <a:br/>
            <a:r>
              <a:t>      &lt;Dashboard onLogout={handleLogout} /&gt;</a:t>
            </a:r>
            <a:br/>
            <a:r>
              <a:t>    }</a:t>
            </a:r>
            <a:br/>
            <a:r>
              <a:t>  &lt;/&gt;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Estado &amp;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🎛️ ESTADO LOCAL (currentPage):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• Controla qual página mostrar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• Valores: 'home' | 'login' | 'dashboard'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🔐 CONTEXTO GLOBAL (user):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• Dados do utilizador autenticado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• null se não autenticado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• Sincroniza automaticamente com a navegação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Renderização Condicional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✅ SE currentPage === 'home' E !user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→ Mostra &lt;Home /&gt;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✅ SE currentPage === 'login' E !user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→ Mostra &lt;Login /&gt;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✅ SE user existe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→ Mostra &lt;Dashboard /&gt;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✅ Vantagens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🎯 Simples → Sem dependências externas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⚡ Rápido → Re-renderiza apenas o necessário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🧠 Fácil de entender → Lógica clara e direta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🔄 Automático → Sincronização do user/navegação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📱 Lightweight → Menos código, menos peso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❌ 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🔗 Sem URLs reais → /home, /login, /dashboard não existem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⏮️ Sem histórico → Botão 'voltar' não funciona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🔖 Sem bookmarking → Não podes partilhar URLs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🔍 Difícil SEO → Motores de busca não indexam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📈 Não escala → Limitado para muitas rotas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Alternativa: React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Se quisermos URLs reais e histórico de browser: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🔧 npm install react-router-dom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Benefícios: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✅ URLs reais (/home, /login, /dashboard)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✅ Histórico de browser (botão voltar)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✅ Bookmarking de URLs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✅ Melhor para SEO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Ficheiros Envolvidos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827"/>
                </a:solidFill>
                <a:latin typeface="Courier New"/>
              </a:defRPr>
            </a:pPr>
            <a:r>
              <a:t>src/</a:t>
            </a:r>
            <a:br/>
            <a:r>
              <a:t>├── App.tsx ......................... 🎛️ Centro de controlo</a:t>
            </a:r>
            <a:br/>
            <a:r>
              <a:t>├── context/AppContext.tsx .......... 🔐 Autenticação &amp; user</a:t>
            </a:r>
            <a:br/>
            <a:r>
              <a:t>├── components/</a:t>
            </a:r>
            <a:br/>
            <a:r>
              <a:t>│   ├── Home.tsx ................... 📄 Rota 1</a:t>
            </a:r>
            <a:br/>
            <a:r>
              <a:t>│   ├── Login.tsx .................. 🔐 Rota 2</a:t>
            </a:r>
            <a:br/>
            <a:r>
              <a:t>│   └── Dashboard.tsx .............. 📊 Rota 3</a:t>
            </a:r>
            <a:br/>
            <a:r>
              <a:t>│   ├── PlaysSection.tsx</a:t>
            </a:r>
            <a:br/>
            <a:r>
              <a:t>│   ├── TipsSection.tsx</a:t>
            </a:r>
            <a:br/>
            <a:r>
              <a:t>│   ├── TeamStatsSection.tsx</a:t>
            </a:r>
            <a:br/>
            <a:r>
              <a:t>│   └── AthleteStatsSection.tsx</a:t>
            </a:r>
            <a:br/>
            <a:r>
              <a:t>└── services/api.ts ................ 📡 Chamadas à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Exemplo Prático: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1️⃣ Utilizador clica 'Entrar' na Home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→ onNavigateToLogin() é chamada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→ setCurrentPage('login')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2️⃣ Insere email e password, clica 'Entrar'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→ login(email, password) é chamada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→ Envia dados à API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3️⃣ API retorna dados do utilizador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→ setUser(userData) no contexto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→ user agora tem dados ✅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4️⃣ React detecta mudança em 'user'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→ Re-renderiza App.tsx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→ {user &amp;&amp; &lt;Dashboard /&gt;} → VERDADEIRO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   → Mostra Dashboard 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❓ Perguntas Frequentes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P: E se recarregar a página?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R: useEffect verifica se user existe. Se sim, fica no Dashboard.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P: Por que não usam React Router?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R: Para simplicidade. Router é melhor para apps maiores.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P: Como protegem as rotas?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11827"/>
                </a:solidFill>
              </a:defRPr>
            </a:pPr>
            <a:r>
              <a:t>R: {user &amp;&amp; &lt;Dashboard /&gt;} - só renderiza se user existe.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🎓 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4B5563"/>
                </a:solidFill>
              </a:defRPr>
            </a:pPr>
            <a:r>
              <a:t>O sistema de rotas é simples mas eficaz:</a:t>
            </a:r>
            <a:br/>
            <a:r>
              <a:t>Estado Local + Contexto Global + Renderização Condicional = Navegação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